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04672"/>
            <a:ext cx="12188952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E5FF"/>
                </a:solidFill>
              </a:rPr>
              <a:t>GRIDFORGE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Gaming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Team  SnackIt  ·  Builders Lab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63240"/>
            <a:ext cx="5029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3291840"/>
            <a:ext cx="4846320" cy="530352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3467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Danaila Mihai Teodor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Frontend Engineer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04488"/>
            <a:ext cx="4846320" cy="530352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9593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George 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7880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SPA / SDK Engineer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517136"/>
            <a:ext cx="4846320" cy="530352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Maria Isabel Oprea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9145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QA Engineer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129784"/>
            <a:ext cx="4846320" cy="530352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1846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Vlad Bontas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041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DevOps Engineer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742432"/>
            <a:ext cx="4846320" cy="530352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7972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Robert Blehoianu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1675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E-commerce / Backend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011680"/>
            <a:ext cx="3474720" cy="3200400"/>
          </a:xfrm>
          <a:prstGeom prst="rect">
            <a:avLst/>
          </a:prstGeom>
          <a:solidFill>
            <a:srgbClr val="1A1A2E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00E5FF"/>
                </a:solidFill>
              </a:rPr>
              <a:t>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389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 R I D F O R G 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C3AED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E5FF"/>
                </a:solidFill>
              </a:rPr>
              <a:t>WHAT IS GRIDFORGE?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</a:rPr>
              <a:t>A production-grade gaming platform built in 48 hours — backend, frontend, SDK, tests &amp; infra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</a:rPr>
              <a:t>⚙ 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32004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C4DE"/>
                </a:solidFill>
              </a:rPr>
              <a:t>Complete REST API powering player accounts, game management, item economy, leaderboards and an ad system — all secured with JWT authentication.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6576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</a:rPr>
              <a:t>🖥  Admin CMS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148840"/>
            <a:ext cx="32004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22402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C4DE"/>
                </a:solidFill>
              </a:rPr>
              <a:t>React + TypeScript admin panel giving non-technical operators full control: create games, manage versions, track players, handle inventory &amp; gifts.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6576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</a:rPr>
              <a:t>📦  Developer SDK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148840"/>
            <a:ext cx="32004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2402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C4DE"/>
                </a:solidFill>
              </a:rPr>
              <a:t>Python client library so any game studio integrates in &lt; 5 minutes. 26 high-level methods. No raw HTTP required.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1129284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4956048"/>
            <a:ext cx="10378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Laravel PHP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4937760"/>
            <a:ext cx="1051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96312" y="4956048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4937760"/>
            <a:ext cx="1673352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62272" y="4956048"/>
            <a:ext cx="1581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React + TypeScript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79" y="4937760"/>
            <a:ext cx="1051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8231" y="4956048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Python SDK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937760"/>
            <a:ext cx="896112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4956048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JWT Auth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87000" y="4937760"/>
            <a:ext cx="1207008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60152" y="4956048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Docker / K8s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C3AED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E5FF"/>
                </a:solidFill>
              </a:rPr>
              <a:t>WHAT GRIDFORGE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Six interconnected subsystems delivering a complete gaming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228600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👤  Player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Register, authenticate, and manage player profiles.
Role-based access: Player vs Developer.
Status control: active / suspended / banned.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228600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🎮  Game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19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Create games and versioned releases.
Activate / deactivate specific versions.
Developer-only write access to protect production.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657600" cy="228600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🏆  Scoring &amp; Leaderboards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874519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Submit scores (keeps personal best only).
Ranked leaderboard per game.
Personal rank endpoint for quick lookups.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3657600" cy="228600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🎁  Item Economy &amp; Gifts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Define per-game item catalog with rarities.
Manage player inventories.
Full gift state machine: pending → accepted/rejected.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840480"/>
            <a:ext cx="3657600" cy="228600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📢  Ad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434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Ad lifecycle: idle → ad_pending → ad_playing.
Subscribed players bypass ads automatically.
Platform handshake for SDK health checks.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840480"/>
            <a:ext cx="3657600" cy="228600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🔗  SDK &amp;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3434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pip install gridforge — zero raw HTTP.
Copy-paste demo scripts included.
OpenAPI spec + Swagger UI for documentation.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C3AED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" y="274320"/>
            <a:ext cx="1371600" cy="13716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</a:rPr>
              <a:t>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Danaila Mihai Teodor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22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FF"/>
                </a:solidFill>
              </a:rPr>
              <a:t>Frontend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"Turned raw API endpoints into a polished admin experience"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115214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874519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React + TypeScript CMS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37743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Built the full admin panel from scratch using React, TypeScript and Vite.
Authentication screens, dashboard navigation, and role-based views for both players and developers.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74519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Game &amp; Version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7743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Create / edit games and versioned releases directly from the UI.
GameCard and VersionForm components with live API integration.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23360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Player &amp; Inventory Screens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Browse player profiles, view progress per game, and manage item inventories — all from a single responsive dashboard.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TypeScript Data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Defined typed interfaces for every domain entity (Player, Game, Gift, Leaderboard) ensuring compile-time safety across the whole frontend.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263640"/>
            <a:ext cx="66294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" y="6281927"/>
            <a:ext cx="5715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6263640"/>
            <a:ext cx="1051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1992" y="6281927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77639" y="6263640"/>
            <a:ext cx="58521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0791" y="6281927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6263640"/>
            <a:ext cx="1129284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79592" y="6281927"/>
            <a:ext cx="10378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Context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6263640"/>
            <a:ext cx="1517904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08392" y="6281927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REST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C3AED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🖥  Danaila Mihai Teodor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Frontend Engineer — CMS &amp; Admin Panel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1152144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7132320" cy="47091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Key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Implemented login / signup with context-based auth state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1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Dashboard with multi-section navigation: Games, Players, Inventory, Gifts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9463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GameCard, ItemForm, VersionForm — reusable typed UI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16935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Role-aware views: different experience for Player vs 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7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Live data fetching from 40+ API endpoints with error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79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Gift management UI with pending / accepted / rejected state display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59351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Responsive layouts across all major screen breakpoints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06823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18 commits — most frontend contributions on the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325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78308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180136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240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Commits (frontend owner)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74320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276148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40 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200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API endpoints integrated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370332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26679" y="3721607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10 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160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TypeScript models defined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466344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468172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120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Dashboard sections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562356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564184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15 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6080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Component library 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C3AED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" y="274320"/>
            <a:ext cx="1371600" cy="13716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George 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22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FF"/>
                </a:solidFill>
              </a:rPr>
              <a:t>SPA Software Engineer — SDK &amp;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"First published score in under 5 minutes — zero API docs required"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115214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874519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Python SDK — gridforge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37743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Developed the full Python client library with 26 high-level methods covering auth, profiles, scoring, leaderboards, inventory, gifts and ads.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74519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Typed Exception Hierarchy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7743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AuthError, ForbiddenError, NotFoundError, ConflictError, ValidationError, APIError — every failure mode is catchable and documented.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23360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Demo &amp; Game 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demo.py: full feature showcase.
game.py: interactive number-guessing game that calls the real platform — a living integration example.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Cookie + Bearer Token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Dual auth storage (cookie &amp; header) so the SDK works transparently in browser-based tools and CLI scripts alike.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263640"/>
            <a:ext cx="740664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" y="6281927"/>
            <a:ext cx="649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6263640"/>
            <a:ext cx="896112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1992" y="6281927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requests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77639" y="6263640"/>
            <a:ext cx="507491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0791" y="6281927"/>
            <a:ext cx="4160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JWT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6263640"/>
            <a:ext cx="818388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79592" y="6281927"/>
            <a:ext cx="7269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OpenAPI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6263640"/>
            <a:ext cx="1129284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08392" y="6281927"/>
            <a:ext cx="10378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pip package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C3AED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🐍  George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SPA Software Engineer — SDK &amp; Game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1152144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7132320" cy="47091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Key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26 SDK methods: register, login, submit_score, get_leaderboard, send_gift, get_ad_status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1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Typed exceptions so errors never surface as raw HTTP status codes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9463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demo.py walks through the full auth → score → leaderboard → gift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16935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game.py — interactive guessing game running against the live platform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7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Cookie handling added to support browser-based and headless 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79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5-step integration path: pip install → first score in &lt; 5 minutes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59351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API docs auto-generation wired into the project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06823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18 total commits across SDK and integration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325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78308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180136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240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SDK methods shipped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74320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276148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200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Exception types defined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370332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26679" y="3721607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400 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160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Lines of client code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466344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468172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120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Integration steps to first score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562356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564184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6080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Total commits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C3AED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" y="274320"/>
            <a:ext cx="1371600" cy="13716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Maria Isabel Oprea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22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FF"/>
                </a:solidFill>
              </a:rPr>
              <a:t>QA Automation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"Mock first, real API second — tests that evolve with the platform"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115214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874519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Automation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37743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Defined a written QA strategy prioritising 3 critical flows: authentication, gift lifecycle, and leaderboard ranking — with justification for each choice.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74519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Phase 1 — Mock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7743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Complete pytest suite using the responses library.
Security: unauthenticated blocking, invalid token rejection.
Functional: score submission, profile update, gift state transitions.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23360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Phase 2 — Real API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Same test code, decorator removed — mock layer replaced with live API calls without rewriting tests. Clean migration path validated.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Negative &amp; E2E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Full user flows: registration → auth → action → validation.
Negative cases: duplicate registration, input validation errors, 401/422 assertions.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263640"/>
            <a:ext cx="740664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" y="6281927"/>
            <a:ext cx="649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pytest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6263640"/>
            <a:ext cx="1517904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1992" y="6281927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responses (mock)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77639" y="6263640"/>
            <a:ext cx="896112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0791" y="6281927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requests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6263640"/>
            <a:ext cx="1129284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79592" y="6281927"/>
            <a:ext cx="10378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E2E testing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6263640"/>
            <a:ext cx="1129284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08392" y="6281927"/>
            <a:ext cx="10378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API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C3AED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🧪  Maria Isabel Oprea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QA Engineer — Test Automation &amp;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1152144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7132320" cy="47091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Key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Written AUTOMATION_STRATEGY.md — 3 critical flows, rationale documented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1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Security tests: unauthenticated requests return 401, invalid tokens blocked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9463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Validation tests: duplicate registration → 422, malformed input rejected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16935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Gift lifecycle: pending → accepted / rejected state machine 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7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Leaderboard ranking assertion: sorted by score, not insertion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79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Profile read/write consistency checks across create → update → fetch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59351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Phase 1 (mock) → Phase 2 (real) migration with zero test rewrites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06823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14 commits — full ownership of QA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325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78308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180136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240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Commits (QA owner)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74320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276148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200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Critical flows prioritised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370332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26679" y="3721607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160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Test phases shipped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466344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468172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401, 422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120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HTTP status codes asserted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562356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564184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Security, E2E, Negative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6080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Test types covered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C3AED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" y="274320"/>
            <a:ext cx="1371600" cy="13716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Vlad Bontas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22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FF"/>
                </a:solidFill>
              </a:rPr>
              <a:t>DevOps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"Reproducible infra from code — zero manual clicks in production"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115214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874519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Kubernetes with kind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37743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Local cluster in Docker (&lt; 1 min spin-up, zero cloud cost) running the full platform stack with Nginx Ingress as the single entry 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74519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Terraform + AWS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7743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AWS RDS (MySQL) provisioned with Terraform for persistent state — compute is disposable, data is not. Infrastructure as code, fully version-controlled.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23360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GitHub Actions CI/CD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Two pipelines: unit tests → Docker build → Trivy security scan → Helm deploy.
Self-hosted runner on EC2 for full pipeline control.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Observability &amp; Load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Prometheus + Grafana for live metrics.
k6 load tests validating HPA auto-scaling from 1 → 10 replicas under sustained load.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263640"/>
            <a:ext cx="1051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" y="6281927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Kubernetes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6263640"/>
            <a:ext cx="97383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1992" y="6281927"/>
            <a:ext cx="8823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Terraform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77639" y="6263640"/>
            <a:ext cx="58521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0791" y="6281927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Helm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6263640"/>
            <a:ext cx="740664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79592" y="6281927"/>
            <a:ext cx="649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6263640"/>
            <a:ext cx="136245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08392" y="6281927"/>
            <a:ext cx="1271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GitHub Actions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6263640"/>
            <a:ext cx="1051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37192" y="6281927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292840" y="6263640"/>
            <a:ext cx="818388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365992" y="6281927"/>
            <a:ext cx="7269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121640" y="6263640"/>
            <a:ext cx="429768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194792" y="6281927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C3AED"/>
                </a:solidFill>
              </a:rPr>
              <a:t>010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832" y="-19664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⚙  Vlad Bontas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DevOps Engineer — Infrastructure &amp; CI/CD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1152144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7132320" cy="47091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Key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kind (Kubernetes in Docker) cluster — full K8s API, zero EKS overhead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1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AWS RDS separated from compute: disposable pods, persistent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9463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Nginx Ingress: single auditable entry point, ClusterIP for internal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16935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Helm charts for all application deployments (devops/helm/vector-api)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7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Trivy security scan in every CI pipeline — containers checked before 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79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HPA auto-scaling validated: 1 → 10 replicas under k6 sustained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59351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Fixed 3 real production issues: pymysql dialect, python3-venv, HPA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06823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DECISIONS-DEVOPS.md: documented rationale + troubleshooting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325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78308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180136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21078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CI/CD pipelines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74320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276148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200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Real issues debugged &amp; fixed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370332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26679" y="3721607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160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HPA max replicas scaled 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466344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468172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Terraform + Helm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120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IaC tools used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562356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564184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Prometheus + Grafana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6080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Observability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C3AED"/>
                </a:solidFill>
              </a:rPr>
              <a:t>011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" y="274320"/>
            <a:ext cx="1371600" cy="13716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Robert Blehoianu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22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FF"/>
                </a:solidFill>
              </a:rPr>
              <a:t>E-commerce &amp; Backend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"API-first: spec written before the first line of code"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115214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874519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Laravel 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37743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Architected the full backend with domain-driven structure: User, Game and Transaction pillars — each with its own Models, Controllers and migrations.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74519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OpenAPI Spec (40 + endpoints)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7743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Defined the complete API contract in openapi.yaml before implementation.
Bearer JWT security scheme, all request/response schemas specified upfront.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23360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Item Economy &amp; Gift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Per-game item catalog with rarities, player inventories with unique constraints, and a full gift state machine (pending → accepted / rejected).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557784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UUID-first Database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All primary keys are UUIDs for security and portability.
CASCADE deletes, unique constraints, and Neon PostgreSQL with connection pooling.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263640"/>
            <a:ext cx="144018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" y="6281927"/>
            <a:ext cx="13487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Laravel PHP 8.3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6263640"/>
            <a:ext cx="1051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1992" y="6281927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77639" y="6263640"/>
            <a:ext cx="507491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0791" y="6281927"/>
            <a:ext cx="4160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JWT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6263640"/>
            <a:ext cx="818388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79592" y="6281927"/>
            <a:ext cx="7269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OpenAPI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6263640"/>
            <a:ext cx="58521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08392" y="6281927"/>
            <a:ext cx="493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UUID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6263640"/>
            <a:ext cx="1051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37192" y="6281927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Swagger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C3AED"/>
                </a:solidFill>
              </a:rPr>
              <a:t>012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768" y="-4573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🔧  Robert Blehoianu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E-commerce &amp; Backend Engineer — REST API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1152144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7132320" cy="47091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Key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Designed 3-pillar domain structure: User / Game / Transaction controllers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1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JWT stateless auth: register, login, logout, cookie fallback for browsers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9463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Role-based access: Developer-only write endpoints on games, items, 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16935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Score upsert: only the personal best is kept per player per game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7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B0C4DE"/>
                </a:solidFill>
              </a:rPr>
              <a:t>▸  Gift state machine: pending → accepted / rejected (irreversible transitions)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79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Ad system state machine: idle → ad_pending → ad_playing + subscription bypass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59351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10 database migrations, all with UUID PKs and proper CASCADE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325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Impact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74320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99247" y="2791427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40 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200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API endpoints designed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370332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26679" y="3721607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160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Database migrations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466344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468172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120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Domain controllers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5623560"/>
            <a:ext cx="4206240" cy="804672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564184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FF"/>
                </a:solidFill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6080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Decisions documented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C3AED"/>
                </a:solidFill>
              </a:rPr>
              <a:t>013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1759</Words>
  <Application>Microsoft Office PowerPoint</Application>
  <PresentationFormat>Custom</PresentationFormat>
  <Paragraphs>252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 Blehoianu</cp:lastModifiedBy>
  <cp:revision>3</cp:revision>
  <dcterms:created xsi:type="dcterms:W3CDTF">2013-01-27T09:14:16Z</dcterms:created>
  <dcterms:modified xsi:type="dcterms:W3CDTF">2026-06-17T10:46:38Z</dcterms:modified>
  <cp:category/>
</cp:coreProperties>
</file>