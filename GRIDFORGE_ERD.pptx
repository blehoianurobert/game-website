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23160" y="0"/>
            <a:ext cx="12700" cy="6858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0" y="0"/>
            <a:ext cx="12700" cy="6858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69480" y="0"/>
            <a:ext cx="12700" cy="6858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92640" y="0"/>
            <a:ext cx="12700" cy="685800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493776"/>
          </a:xfrm>
          <a:prstGeom prst="rect">
            <a:avLst/>
          </a:prstGeom>
          <a:solidFill>
            <a:srgbClr val="0606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54864"/>
            <a:ext cx="8686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 i="0">
                <a:solidFill>
                  <a:srgbClr val="00E5FF"/>
                </a:solidFill>
              </a:rPr>
              <a:t>GRIDFORGE  ·  Database Entity Relationship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09728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8AA4C8"/>
                </a:solidFill>
              </a:rPr>
              <a:t>9 tables  ·  UUID PKs  ·  PostgreSQL (Neon)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93776"/>
            <a:ext cx="12188952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21207"/>
            <a:ext cx="12188952" cy="1463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" y="621792"/>
            <a:ext cx="1874519" cy="676656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" y="585216"/>
            <a:ext cx="1874519" cy="676656"/>
          </a:xfrm>
          <a:prstGeom prst="rect">
            <a:avLst/>
          </a:prstGeom>
          <a:solidFill>
            <a:srgbClr val="12122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585216"/>
            <a:ext cx="1874519" cy="260603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845820"/>
            <a:ext cx="1874519" cy="1463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" y="629107"/>
            <a:ext cx="1691639" cy="2057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" y="862279"/>
            <a:ext cx="123718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FFCC00"/>
                </a:solidFill>
              </a:rPr>
              <a:t>⬡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8351" y="862279"/>
            <a:ext cx="581101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UUID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" y="1045159"/>
            <a:ext cx="123718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AA4C8"/>
                </a:solidFill>
              </a:rPr>
              <a:t>   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8351" y="1045159"/>
            <a:ext cx="581101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string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68296" y="621792"/>
            <a:ext cx="2148840" cy="1591056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31720" y="585216"/>
            <a:ext cx="2148840" cy="1591056"/>
          </a:xfrm>
          <a:prstGeom prst="rect">
            <a:avLst/>
          </a:prstGeom>
          <a:solidFill>
            <a:srgbClr val="12122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31720" y="585216"/>
            <a:ext cx="2148840" cy="260603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31720" y="845820"/>
            <a:ext cx="2148840" cy="1463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23160" y="629107"/>
            <a:ext cx="1965960" cy="2057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players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862279"/>
            <a:ext cx="141823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FFCC00"/>
                </a:solidFill>
              </a:rPr>
              <a:t>⬡ 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954" y="862279"/>
            <a:ext cx="6661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UUID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1045159"/>
            <a:ext cx="141823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AA4C8"/>
                </a:solidFill>
              </a:rPr>
              <a:t>   username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954" y="1045159"/>
            <a:ext cx="6661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string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1228039"/>
            <a:ext cx="141823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AA4C8"/>
                </a:solidFill>
              </a:rPr>
              <a:t>   email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954" y="1228039"/>
            <a:ext cx="6661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string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1410919"/>
            <a:ext cx="141823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AA4C8"/>
                </a:solidFill>
              </a:rPr>
              <a:t>   password_hash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954" y="1410919"/>
            <a:ext cx="6661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string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1593799"/>
            <a:ext cx="141823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00E5FF"/>
                </a:solidFill>
              </a:rPr>
              <a:t>⟶ role_id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954" y="1593799"/>
            <a:ext cx="6661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UUID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23160" y="1776679"/>
            <a:ext cx="141823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AA4C8"/>
                </a:solidFill>
              </a:rPr>
              <a:t>   status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954" y="1776679"/>
            <a:ext cx="6661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enum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23160" y="1959559"/>
            <a:ext cx="141823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AA4C8"/>
                </a:solidFill>
              </a:rPr>
              <a:t>   created_at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954" y="1959559"/>
            <a:ext cx="6661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timestamp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73168" y="621792"/>
            <a:ext cx="2194560" cy="1408176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36592" y="585216"/>
            <a:ext cx="2194560" cy="1408176"/>
          </a:xfrm>
          <a:prstGeom prst="rect">
            <a:avLst/>
          </a:prstGeom>
          <a:solidFill>
            <a:srgbClr val="12122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36592" y="585216"/>
            <a:ext cx="2194560" cy="260603"/>
          </a:xfrm>
          <a:prstGeom prst="rect">
            <a:avLst/>
          </a:prstGeom>
          <a:solidFill>
            <a:srgbClr val="0C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736592" y="845820"/>
            <a:ext cx="2194560" cy="1463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28031" y="629107"/>
            <a:ext cx="2011679" cy="2057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player_profiles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28031" y="862279"/>
            <a:ext cx="144840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FFCC00"/>
                </a:solidFill>
              </a:rPr>
              <a:t>⬡ 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85001" y="862279"/>
            <a:ext cx="68031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UUID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28031" y="1045159"/>
            <a:ext cx="144840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00E5FF"/>
                </a:solidFill>
              </a:rPr>
              <a:t>⟶ player_id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85001" y="1045159"/>
            <a:ext cx="68031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UUID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28031" y="1228039"/>
            <a:ext cx="144840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AA4C8"/>
                </a:solidFill>
              </a:rPr>
              <a:t>   display_name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85001" y="1228039"/>
            <a:ext cx="68031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string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28031" y="1410919"/>
            <a:ext cx="144840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AA4C8"/>
                </a:solidFill>
              </a:rPr>
              <a:t>   subscribed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85001" y="1410919"/>
            <a:ext cx="68031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boolean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28031" y="1593799"/>
            <a:ext cx="144840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AA4C8"/>
                </a:solidFill>
              </a:rPr>
              <a:t>   ad_state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85001" y="1593799"/>
            <a:ext cx="68031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enum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28031" y="1776679"/>
            <a:ext cx="144840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AA4C8"/>
                </a:solidFill>
              </a:rPr>
              <a:t>   last_ad_shown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85001" y="1776679"/>
            <a:ext cx="68031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timestamp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60336" y="621792"/>
            <a:ext cx="2011680" cy="1042415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223760" y="585216"/>
            <a:ext cx="2011680" cy="1042415"/>
          </a:xfrm>
          <a:prstGeom prst="rect">
            <a:avLst/>
          </a:prstGeom>
          <a:solidFill>
            <a:srgbClr val="12122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23760" y="585216"/>
            <a:ext cx="2011680" cy="260603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223760" y="845820"/>
            <a:ext cx="2011680" cy="1463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0" y="629107"/>
            <a:ext cx="1828800" cy="2057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games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0" y="862279"/>
            <a:ext cx="13277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FFCC00"/>
                </a:solidFill>
              </a:rPr>
              <a:t>⬡ id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51468" y="862279"/>
            <a:ext cx="6236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UUID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0" y="1045159"/>
            <a:ext cx="13277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AA4C8"/>
                </a:solidFill>
              </a:rPr>
              <a:t>   name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51468" y="1045159"/>
            <a:ext cx="6236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string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0" y="1228039"/>
            <a:ext cx="13277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AA4C8"/>
                </a:solidFill>
              </a:rPr>
              <a:t>   description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51468" y="1228039"/>
            <a:ext cx="6236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text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0" y="1410919"/>
            <a:ext cx="13277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AA4C8"/>
                </a:solidFill>
              </a:rPr>
              <a:t>   created_at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51468" y="1410919"/>
            <a:ext cx="6236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timestamp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64624" y="621792"/>
            <a:ext cx="2423160" cy="1225295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28048" y="585216"/>
            <a:ext cx="2423160" cy="1225295"/>
          </a:xfrm>
          <a:prstGeom prst="rect">
            <a:avLst/>
          </a:prstGeom>
          <a:solidFill>
            <a:srgbClr val="12122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528048" y="585216"/>
            <a:ext cx="2423160" cy="260603"/>
          </a:xfrm>
          <a:prstGeom prst="rect">
            <a:avLst/>
          </a:prstGeom>
          <a:solidFill>
            <a:srgbClr val="0C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528048" y="845820"/>
            <a:ext cx="2423160" cy="1463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619488" y="629107"/>
            <a:ext cx="2240279" cy="2057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game_versions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19488" y="862279"/>
            <a:ext cx="159928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FFCC00"/>
                </a:solidFill>
              </a:rPr>
              <a:t>⬡ id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127333" y="862279"/>
            <a:ext cx="75117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UUID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19488" y="1045159"/>
            <a:ext cx="159928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00E5FF"/>
                </a:solidFill>
              </a:rPr>
              <a:t>⟶ game_id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127333" y="1045159"/>
            <a:ext cx="75117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UUID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19488" y="1228039"/>
            <a:ext cx="159928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AA4C8"/>
                </a:solidFill>
              </a:rPr>
              <a:t>   version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127333" y="1228039"/>
            <a:ext cx="75117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string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19488" y="1410919"/>
            <a:ext cx="159928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AA4C8"/>
                </a:solidFill>
              </a:rPr>
              <a:t>   is_active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127333" y="1410919"/>
            <a:ext cx="75117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boolean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19488" y="1593799"/>
            <a:ext cx="159928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AA4C8"/>
                </a:solidFill>
              </a:rPr>
              <a:t>   released_at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127333" y="1593799"/>
            <a:ext cx="75117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timestamp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37744" y="3054096"/>
            <a:ext cx="2194560" cy="1408176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01168" y="3017520"/>
            <a:ext cx="2194560" cy="1408176"/>
          </a:xfrm>
          <a:prstGeom prst="rect">
            <a:avLst/>
          </a:prstGeom>
          <a:solidFill>
            <a:srgbClr val="12122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01168" y="3017520"/>
            <a:ext cx="2194560" cy="260603"/>
          </a:xfrm>
          <a:prstGeom prst="rect">
            <a:avLst/>
          </a:prstGeom>
          <a:solidFill>
            <a:srgbClr val="0C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01168" y="3278124"/>
            <a:ext cx="2194560" cy="1463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92608" y="3061411"/>
            <a:ext cx="2011679" cy="2057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gifts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92608" y="3294583"/>
            <a:ext cx="144840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FFCC00"/>
                </a:solidFill>
              </a:rPr>
              <a:t>⬡ id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649577" y="3294583"/>
            <a:ext cx="68031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UUID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92608" y="3477463"/>
            <a:ext cx="144840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00E5FF"/>
                </a:solidFill>
              </a:rPr>
              <a:t>⟶ sender_id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649577" y="3477463"/>
            <a:ext cx="68031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UUID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92608" y="3660343"/>
            <a:ext cx="144840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00E5FF"/>
                </a:solidFill>
              </a:rPr>
              <a:t>⟶ recipient_id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9577" y="3660343"/>
            <a:ext cx="68031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UUID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92608" y="3843223"/>
            <a:ext cx="144840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00E5FF"/>
                </a:solidFill>
              </a:rPr>
              <a:t>⟶ item_id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49577" y="3843223"/>
            <a:ext cx="68031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UUID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92608" y="4026103"/>
            <a:ext cx="144840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AA4C8"/>
                </a:solidFill>
              </a:rPr>
              <a:t>   status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649577" y="4026103"/>
            <a:ext cx="68031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enum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92608" y="4208983"/>
            <a:ext cx="144840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AA4C8"/>
                </a:solidFill>
              </a:rPr>
              <a:t>   sent_at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649577" y="4208983"/>
            <a:ext cx="68031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timestamp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734056" y="3054096"/>
            <a:ext cx="2148840" cy="1225295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697480" y="3017520"/>
            <a:ext cx="2148840" cy="1225295"/>
          </a:xfrm>
          <a:prstGeom prst="rect">
            <a:avLst/>
          </a:prstGeom>
          <a:solidFill>
            <a:srgbClr val="12122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697480" y="3017520"/>
            <a:ext cx="2148840" cy="260603"/>
          </a:xfrm>
          <a:prstGeom prst="rect">
            <a:avLst/>
          </a:prstGeom>
          <a:solidFill>
            <a:srgbClr val="0C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697480" y="3278124"/>
            <a:ext cx="2148840" cy="1463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788920" y="3061411"/>
            <a:ext cx="1965960" cy="2057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player_progress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788920" y="3294583"/>
            <a:ext cx="141823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FFCC00"/>
                </a:solidFill>
              </a:rPr>
              <a:t>⬡ id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115714" y="3294583"/>
            <a:ext cx="6661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UUID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788920" y="3477463"/>
            <a:ext cx="141823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00E5FF"/>
                </a:solidFill>
              </a:rPr>
              <a:t>⟶ player_id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115714" y="3477463"/>
            <a:ext cx="6661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UUID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788920" y="3660343"/>
            <a:ext cx="141823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00E5FF"/>
                </a:solidFill>
              </a:rPr>
              <a:t>⟶ game_id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115714" y="3660343"/>
            <a:ext cx="6661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UUID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788920" y="3843223"/>
            <a:ext cx="141823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AA4C8"/>
                </a:solidFill>
              </a:rPr>
              <a:t>   score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115714" y="3843223"/>
            <a:ext cx="6661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integer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788920" y="4026103"/>
            <a:ext cx="141823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AA4C8"/>
                </a:solidFill>
              </a:rPr>
              <a:t>   updated_at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115714" y="4026103"/>
            <a:ext cx="6661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timestamp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157216" y="3054096"/>
            <a:ext cx="2011680" cy="1042415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120640" y="3017520"/>
            <a:ext cx="2011680" cy="1042415"/>
          </a:xfrm>
          <a:prstGeom prst="rect">
            <a:avLst/>
          </a:prstGeom>
          <a:solidFill>
            <a:srgbClr val="12122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5120640" y="3017520"/>
            <a:ext cx="2011680" cy="260603"/>
          </a:xfrm>
          <a:prstGeom prst="rect">
            <a:avLst/>
          </a:prstGeom>
          <a:solidFill>
            <a:srgbClr val="0C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5120640" y="3278124"/>
            <a:ext cx="2011680" cy="1463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212079" y="3061411"/>
            <a:ext cx="1828800" cy="2057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player_items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212079" y="3294583"/>
            <a:ext cx="13277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FFCC00"/>
                </a:solidFill>
              </a:rPr>
              <a:t>⬡ id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448348" y="3294583"/>
            <a:ext cx="6236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UUID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212079" y="3477463"/>
            <a:ext cx="13277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00E5FF"/>
                </a:solidFill>
              </a:rPr>
              <a:t>⟶ player_id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448348" y="3477463"/>
            <a:ext cx="6236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UUID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212079" y="3660343"/>
            <a:ext cx="13277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00E5FF"/>
                </a:solidFill>
              </a:rPr>
              <a:t>⟶ item_id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448348" y="3660343"/>
            <a:ext cx="6236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UUID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212079" y="3843223"/>
            <a:ext cx="13277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AA4C8"/>
                </a:solidFill>
              </a:rPr>
              <a:t>   quantity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448348" y="3843223"/>
            <a:ext cx="6236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integer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461503" y="3054096"/>
            <a:ext cx="2011680" cy="1225295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7424927" y="3017520"/>
            <a:ext cx="2011680" cy="1225295"/>
          </a:xfrm>
          <a:prstGeom prst="rect">
            <a:avLst/>
          </a:prstGeom>
          <a:solidFill>
            <a:srgbClr val="12122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7424927" y="3017520"/>
            <a:ext cx="2011680" cy="260603"/>
          </a:xfrm>
          <a:prstGeom prst="rect">
            <a:avLst/>
          </a:prstGeom>
          <a:solidFill>
            <a:srgbClr val="0C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7424927" y="3278124"/>
            <a:ext cx="2011680" cy="1463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516367" y="3061411"/>
            <a:ext cx="1828800" cy="2057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items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516367" y="3294583"/>
            <a:ext cx="13277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FFCC00"/>
                </a:solidFill>
              </a:rPr>
              <a:t>⬡ id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752636" y="3294583"/>
            <a:ext cx="6236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UUID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516367" y="3477463"/>
            <a:ext cx="13277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00E5FF"/>
                </a:solidFill>
              </a:rPr>
              <a:t>⟶ game_id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752636" y="3477463"/>
            <a:ext cx="6236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UUID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516367" y="3660343"/>
            <a:ext cx="13277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AA4C8"/>
                </a:solidFill>
              </a:rPr>
              <a:t>   name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752636" y="3660343"/>
            <a:ext cx="6236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string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516367" y="3843223"/>
            <a:ext cx="13277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AA4C8"/>
                </a:solidFill>
              </a:rPr>
              <a:t>   description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752636" y="3843223"/>
            <a:ext cx="6236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text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516367" y="4026103"/>
            <a:ext cx="13277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AA4C8"/>
                </a:solidFill>
              </a:rPr>
              <a:t>   rarity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752636" y="4026103"/>
            <a:ext cx="6236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55607A"/>
                </a:solidFill>
              </a:rPr>
              <a:t>enum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2075688" y="923544"/>
            <a:ext cx="256032" cy="562356"/>
          </a:xfrm>
          <a:prstGeom prst="line">
            <a:avLst/>
          </a:prstGeom>
          <a:ln w="1778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4480560" y="937260"/>
            <a:ext cx="256032" cy="0"/>
          </a:xfrm>
          <a:prstGeom prst="line">
            <a:avLst/>
          </a:prstGeom>
          <a:ln w="1778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9235440" y="1106424"/>
            <a:ext cx="292608" cy="91440"/>
          </a:xfrm>
          <a:prstGeom prst="line">
            <a:avLst/>
          </a:prstGeom>
          <a:ln w="1778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>
            <a:off x="2121408" y="2176272"/>
            <a:ext cx="484631" cy="841248"/>
          </a:xfrm>
          <a:prstGeom prst="line">
            <a:avLst/>
          </a:prstGeom>
          <a:ln w="1524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>
            <a:off x="3154680" y="2176272"/>
            <a:ext cx="251459" cy="841248"/>
          </a:xfrm>
          <a:prstGeom prst="line">
            <a:avLst/>
          </a:prstGeom>
          <a:ln w="1778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4206240" y="2176272"/>
            <a:ext cx="1280160" cy="841248"/>
          </a:xfrm>
          <a:prstGeom prst="line">
            <a:avLst/>
          </a:prstGeom>
          <a:ln w="1524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H="1">
            <a:off x="4480560" y="1627631"/>
            <a:ext cx="3200400" cy="1389889"/>
          </a:xfrm>
          <a:prstGeom prst="line">
            <a:avLst/>
          </a:prstGeom>
          <a:ln w="1778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8229600" y="1627631"/>
            <a:ext cx="201167" cy="1389889"/>
          </a:xfrm>
          <a:prstGeom prst="line">
            <a:avLst/>
          </a:prstGeom>
          <a:ln w="1778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H="1" flipV="1">
            <a:off x="7132320" y="3538727"/>
            <a:ext cx="292607" cy="91441"/>
          </a:xfrm>
          <a:prstGeom prst="line">
            <a:avLst/>
          </a:prstGeom>
          <a:ln w="1524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2212848" y="3968496"/>
            <a:ext cx="5212079" cy="182880"/>
          </a:xfrm>
          <a:prstGeom prst="line">
            <a:avLst/>
          </a:prstGeom>
          <a:ln w="1397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2093976" y="722376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00E5FF"/>
                </a:solidFill>
              </a:rPr>
              <a:t>1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167127" y="1412748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CC00"/>
                </a:solidFill>
              </a:rPr>
              <a:t>N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498848" y="800100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00E5FF"/>
                </a:solidFill>
              </a:rPr>
              <a:t>1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572000" y="845820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CC00"/>
                </a:solidFill>
              </a:rPr>
              <a:t>1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253728" y="923544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00E5FF"/>
                </a:solidFill>
              </a:rPr>
              <a:t>1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363456" y="1014984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CC00"/>
                </a:solidFill>
              </a:rPr>
              <a:t>N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424427" y="2185415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00E5FF"/>
                </a:solidFill>
              </a:rPr>
              <a:t>1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971800" y="2816351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CC00"/>
                </a:solidFill>
              </a:rPr>
              <a:t>N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247888" y="1636775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00E5FF"/>
                </a:solidFill>
              </a:rPr>
              <a:t>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449055" y="2816351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CC00"/>
                </a:solidFill>
              </a:rPr>
              <a:t>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260336" y="3447287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00E5FF"/>
                </a:solidFill>
              </a:rPr>
              <a:t>1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150607" y="3355847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CC00"/>
                </a:solidFill>
              </a:rPr>
              <a:t>N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01168" y="6373368"/>
            <a:ext cx="11750040" cy="347472"/>
          </a:xfrm>
          <a:prstGeom prst="rect">
            <a:avLst/>
          </a:prstGeom>
          <a:solidFill>
            <a:srgbClr val="0C0C22"/>
          </a:solidFill>
          <a:ln w="10160">
            <a:solidFill>
              <a:srgbClr val="202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365760" y="6455664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FFCC00"/>
                </a:solidFill>
              </a:rPr>
              <a:t>⬡  Primary Key (UUID)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286000" y="6455664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00E5FF"/>
                </a:solidFill>
              </a:rPr>
              <a:t>⟶  Foreign Key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206240" y="6455664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00E5FF"/>
                </a:solidFill>
              </a:rPr>
              <a:t>─── 1-to-Many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126480" y="6455664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</a:rPr>
              <a:t>─── Junction table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046720" y="6455664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7C3AED"/>
                </a:solidFill>
              </a:rPr>
              <a:t>─── Player-gift link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9966960" y="6455664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AA4C8"/>
                </a:solidFill>
              </a:rPr>
              <a:t>1 / N  Cardinality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